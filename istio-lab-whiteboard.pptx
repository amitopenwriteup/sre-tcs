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320040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Istio Installation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Sidecar Injection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Istio, deploy Bookinfo, and verify sidecar injection end-to-end — from istioctl to mTLS.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741018" cy="457200"/>
          </a:xfrm>
          <a:prstGeom prst="roundRect">
            <a:avLst>
              <a:gd name="adj" fmla="val 50000"/>
            </a:avLst>
          </a:prstGeom>
          <a:solidFill>
            <a:srgbClr val="1B2C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1741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configured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6858" y="5074920"/>
            <a:ext cx="3833165" cy="457200"/>
          </a:xfrm>
          <a:prstGeom prst="roundRect">
            <a:avLst>
              <a:gd name="adj" fmla="val 50000"/>
            </a:avLst>
          </a:prstGeom>
          <a:solidFill>
            <a:srgbClr val="1B2C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6858" y="5074920"/>
            <a:ext cx="3833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 (kind / minikube / cloud)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2902" y="507492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1B2C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2902" y="50749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cluster-admin access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2364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236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istioctl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578608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7934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7934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578608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Istio (demo profile)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648456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8633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863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648456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 sidecar injection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718304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9331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49331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4718304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Bookinfo app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5788152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60030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60030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578815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injection (compare)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89320" y="1508760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3912" y="17236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53912" y="17236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12280" y="150876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a pod out of injection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2578608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153912" y="27934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153912" y="27934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12280" y="2578608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sidecar sync (xDS)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89320" y="3648456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153912" y="3863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153912" y="3863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12280" y="3648456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Envoy config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989320" y="4718304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153912" y="49331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153912" y="49331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12280" y="4718304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mTLS is active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89320" y="5788152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2F6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153912" y="60030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6153912" y="60030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812280" y="578815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app + cleanup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pods reach 2/2 Running with verified mTLS between sidecars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&amp; Install istioctl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309360" cy="2286000"/>
          </a:xfrm>
          <a:prstGeom prst="roundRect">
            <a:avLst>
              <a:gd name="adj" fmla="val 3200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5910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5910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5910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47088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-L https://istio.io/downloadIstio | sh -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istio-*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PATH=$PWD/bin:$PATH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version --remote=false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86600" y="1463040"/>
            <a:ext cx="4553712" cy="2286000"/>
          </a:xfrm>
          <a:prstGeom prst="roundRect">
            <a:avLst>
              <a:gd name="adj" fmla="val 3200"/>
            </a:avLst>
          </a:prstGeom>
          <a:solidFill>
            <a:srgbClr val="FFF4E5"/>
          </a:solidFill>
          <a:ln w="15875">
            <a:solidFill>
              <a:srgbClr val="E5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627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Common error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201168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cd: istio-*.tar.gz: Not a directory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A"/>
                </a:solidFill>
              </a:rPr>
              <a:t>The script downloaded the tarball but didn't extract it — cd hits a file, not a folder.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manually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44714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4714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" y="44714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27448"/>
            <a:ext cx="1063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istio-*.tar.gz          # expect: gzip compressed data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-xzf istio-1.30.3-linux-amd64.tar.gz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istio-1.30.3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PATH=$PWD/bin:$PATH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version --remote=false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file reports HTML/ASCII text instead of gzip, the download failed — re-download with curl -LO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Istio (Demo Profile)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8249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8249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8249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install --set profile=demo -y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309360" cy="1737360"/>
          </a:xfrm>
          <a:prstGeom prst="roundRect">
            <a:avLst>
              <a:gd name="adj" fmla="val 4211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60273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60273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568" y="360273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58768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-n istio-system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verify-install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1554480"/>
            <a:ext cx="4553712" cy="3657600"/>
          </a:xfrm>
          <a:prstGeom prst="roundRect">
            <a:avLst>
              <a:gd name="adj" fmla="val 2000"/>
            </a:avLst>
          </a:prstGeom>
          <a:solidFill>
            <a:srgbClr val="EAF3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Running: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14884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A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277063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2770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A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istio-ingressgateway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60920" y="3392424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3392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A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istio-egressgateway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profile enables ingress + egress gateways for lab-friendly testing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Automatic Sidecar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8249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8249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8249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10634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create namespace bookinfo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label namespace bookinfo istio-injection=enabled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namespace bookinfo --show-labels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EAF3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tells istiod's mutating webhook to inject the istio-proxy sidecar into every new pod created in this namespace — existing pods aren't touched retroactively.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applies going forward only — timing matters for the next step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Bookinfo Sample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3677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3677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3677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92808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apply -n bookinfo -f .../release-1.22/samples/bookinfo/platform/kube/bookinfo.yaml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pod is 2/2 (app + istio-proxy)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1912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1912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568" y="31912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47288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-n bookinfo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details-v1-...      2/2   Running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productpage-v1-...  2/2   Running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ratings-v1-...      2/2   Running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reviews-v1/v2/v3-.. 2/2   Running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063240"/>
            <a:ext cx="5376672" cy="2377440"/>
          </a:xfrm>
          <a:prstGeom prst="roundRect">
            <a:avLst>
              <a:gd name="adj" fmla="val 3077"/>
            </a:avLst>
          </a:prstGeom>
          <a:solidFill>
            <a:srgbClr val="FFF4E5"/>
          </a:solidFill>
          <a:ln w="15875">
            <a:solidFill>
              <a:srgbClr val="E5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227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instead of 2/2?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611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was created before the namespace label was applied — the webhook never saw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6832" y="44714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44714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9168" y="44714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7274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rollout restart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deployment -n bookinfo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test: exec into any pod and curl productpage:9080 to confirm in-mesh traffic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NOTE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Bookinfo on a kind Cluster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B2C5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cloud LoadBalancer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istio-ingressgateway's EXTERNAL-IP stays &lt;pending&gt; without MetalLB / cloud-provider-kind.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68112" cy="960120"/>
          </a:xfrm>
          <a:prstGeom prst="roundRect">
            <a:avLst>
              <a:gd name="adj" fmla="val 7619"/>
            </a:avLst>
          </a:prstGeom>
          <a:solidFill>
            <a:srgbClr val="1B2C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91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Port-forward is primary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842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Tunnels through the API server — works identically on kind, minikube, or cloud.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In-mesh check (no port-forward needed)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1912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1912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" y="31912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4728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exec -n bookinfo $(kubectl get pod -n bookinfo -l app=ratings \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-o jsonpath='{.items[0].metadata.name}') -c ratings -- \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curl -sS productpage:9080/productpage | grep -o "&lt;title&gt;.*&lt;/title&gt;"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Browser check via port-forward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47000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7000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5568" y="47000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port-forward -n bookinfo svc/productpage 9080:9080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http://localhost:9080/productpage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refresh a few times — reviews section rotates v1 / v2 / v3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rotating across versions proves Istio load-balances across all three backends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Injection (vs. Automatic)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3677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3677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3677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92808"/>
            <a:ext cx="10634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create namespace manual-test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kube-inject -f bookinfo.yaml -n manual-test | kubectl apply -n manual-test -f -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-n manual-test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EAF3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85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what injection actually adds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kube-inject -f bookinfo.yaml -n manual-test -o yaml | less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A"/>
                </a:solidFill>
              </a:rPr>
              <a:t>Look for the istio-init init container and the istio-proxy container — that diff IS what injection does.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injection = webhook does this for you at pod-creation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 a Single Pod Out of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8249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8249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8249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annotations: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sidecar.istio.io/inject: "false"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76672" cy="2011680"/>
          </a:xfrm>
          <a:prstGeom prst="roundRect">
            <a:avLst>
              <a:gd name="adj" fmla="val 3636"/>
            </a:avLst>
          </a:prstGeom>
          <a:solidFill>
            <a:srgbClr val="EAF3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719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the pod template spec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it, then confirm: this pod stays at 1/1, while its neighbors in the same (labeled) namespace stay at 2/2.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 w="12700">
            <a:solidFill>
              <a:srgbClr val="E5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pod — no sidecar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3931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5F6EC"/>
          </a:solidFill>
          <a:ln w="12700">
            <a:solidFill>
              <a:srgbClr val="3AA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343400" y="4709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pods — sidecar injected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annotation overrides the namespace-level injection label, per pod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Sidecar Sync with the Control Plane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8249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8249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8249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proxy-status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E5F6EC"/>
          </a:solidFill>
          <a:ln w="15875">
            <a:solidFill>
              <a:srgbClr val="3AA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· LDS · EDS · RDS all up to date — the sidecar has the latest config istiod pushed via xDS.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2788920"/>
            <a:ext cx="5468112" cy="2651760"/>
          </a:xfrm>
          <a:prstGeom prst="roundRect">
            <a:avLst>
              <a:gd name="adj" fmla="val 2759"/>
            </a:avLst>
          </a:prstGeom>
          <a:solidFill>
            <a:srgbClr val="FFF4E5"/>
          </a:solidFill>
          <a:ln w="15875">
            <a:solidFill>
              <a:srgbClr val="E5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3520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hasn't received the latest config push yet. Check istiod logs to diagnose: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46520" y="43434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11112" y="44714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44714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44714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7274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-n istio-system \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deploy/istiod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CDS/LDS/EDS/RDS = Cluster / Listener / Endpoint / Route Discovery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What Envoy Actually Received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8249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8249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8249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106344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-n bookinfo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proxy-config cluster &lt;productpage-pod&gt;  -n bookinfo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proxy-config listener &lt;productpage-pod&gt; -n bookinfo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proxy-config endpoint &lt;productpage-pod&gt; -n bookinfo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AF3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25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sidecar has real routing and cluster config pushed down from istiod via xDS — not just a bare, unconfigured proxy.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= upstream services · listener = inbound/outbound ports · endpoint = live pod 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mTLS Is Active Between Sidecars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mTLS status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9568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568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19568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128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authn tls-check \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&lt;productpage-pod&gt;.bookinfo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inspect the certificates directly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76672" cy="1188720"/>
          </a:xfrm>
          <a:prstGeom prst="roundRect">
            <a:avLst>
              <a:gd name="adj" fmla="val 6154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19568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9568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30568" y="19568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212848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proxy-config secret \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&lt;productpage-pod&gt; -n bookinfo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1B2C5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375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 account)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931920"/>
            <a:ext cx="9144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33375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375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(istiod)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3931920"/>
            <a:ext cx="9144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95360" y="3337560"/>
            <a:ext cx="3044952" cy="1188720"/>
          </a:xfrm>
          <a:prstGeom prst="roundRect">
            <a:avLst>
              <a:gd name="adj" fmla="val 6154"/>
            </a:avLst>
          </a:prstGeom>
          <a:solidFill>
            <a:srgbClr val="1B2C55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333756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cert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to sidecar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are issued per workload identity (service account) — not per pod IP or hostname.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between sidecars encrypts and authenticates every hop in the mesh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· CLEANUP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the App &amp; Tear It 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9568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568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19568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1284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port-forward -n bookinfo \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svc/productpage 9080:9080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http://localhost:9080/productpage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76672" cy="1737360"/>
          </a:xfrm>
          <a:prstGeom prst="roundRect">
            <a:avLst>
              <a:gd name="adj" fmla="val 4211"/>
            </a:avLst>
          </a:prstGeom>
          <a:solidFill>
            <a:srgbClr val="14213A"/>
          </a:solidFill>
          <a:ln w="12700">
            <a:solidFill>
              <a:srgbClr val="0A152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195681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95681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30568" y="195681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212848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delete namespace bookinfo manual-test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istioctl uninstall --purge -y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delete namespace istio-system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E5F6EC"/>
          </a:solidFill>
          <a:ln w="12700">
            <a:solidFill>
              <a:srgbClr val="3AA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 looks like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Bookinfo product page loads in the browser, proving traffic flowed correctly through both the client and server sidecars — envelope, routing, and mTLS all verified end-to-end.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page — reviews rotate v1/v2/v3, confirming load-balanced routing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Lab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answer these after the lab: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B2C5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the init container and the istio-proxy container in an injected pod?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B2C55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pods created before the namespace label picked up no sidecar?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B2C55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977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SYNCED vs STALE mean in istioctl proxy-status?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B2C55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50292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mTLS certificates on each sidecar actually come from?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2026-08-09T05:46:46Z</dcterms:created>
  <dcterms:modified xsi:type="dcterms:W3CDTF">2026-08-09T05:46:46Z</dcterms:modified>
</cp:coreProperties>
</file>