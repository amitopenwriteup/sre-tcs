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 with Istio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 &amp; DestinationRule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DestinationRule?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Istio how to identify different versions of a service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pods into named "subsets" based on labels (e.g., v1, v2, v3)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with label version: v1 become the "v1 subset"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 routing — you must define subsets before routing to them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 Example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3383280"/>
          </a:xfrm>
          <a:prstGeom prst="rectangle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 version: 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 version: 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v3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labels: version: v3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VirtualService?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traffic is routed to service subsets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traffic by percentage between different versions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to v1, 10% to v3 for canary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 — routes traffic TO the subsets defined there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 Example (Canary)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3383280"/>
          </a:xfrm>
          <a:prstGeom prst="rectangle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route: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 reviews, subset: v1, weight: 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destination: reviews, subset: v3, weight: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DestinationRule + VirtualService Work Together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2286000" cy="457200"/>
          </a:xfrm>
          <a:prstGeom prst="rectangle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508760"/>
            <a:ext cx="109728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286000" cy="457200"/>
          </a:xfrm>
          <a:prstGeom prst="rectangle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6675120" cy="457200"/>
          </a:xfrm>
          <a:prstGeom prst="rectangle">
            <a:avLst/>
          </a:prstGeom>
          <a:solidFill>
            <a:srgbClr val="27AE60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57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Envoy (sidecar) splits traffic according to 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 defines what versions exist. VirtualService decides how to split traffic between them. The Envoy sidecar proxy enforces the split at the network layer.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Steps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Apply DestinationRule to define reviews v1, v2, v3 subsets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 VirtualService with 90% v1, 10% v3 canary weight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traffic split reached the sidecar via Envoy config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Progressively shift weights (75/25, 50/50, etc.)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Roll back instantly by routing 100% to v1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Split (90% v1, 10% v3)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Traffic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1463040" cy="914400"/>
          </a:xfrm>
          <a:prstGeom prst="rectangle">
            <a:avLst/>
          </a:prstGeom>
          <a:solidFill>
            <a:srgbClr val="3498DB"/>
          </a:solidFill>
          <a:ln w="12700">
            <a:solidFill>
              <a:srgbClr val="1C59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011680" cy="1737360"/>
          </a:xfrm>
          <a:prstGeom prst="rectangle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reviews-v1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011680" cy="1737360"/>
          </a:xfrm>
          <a:prstGeom prst="rectangle">
            <a:avLst/>
          </a:prstGeom>
          <a:solidFill>
            <a:srgbClr val="E8F4F8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reviews-v3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(canary)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Verify the Split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Envoy Config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istioctl proxy-config route to inspect sidecar routing rules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Live Traffic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productpage 20 times and count how often each version appears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3: Container Logs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productpage repeatedly and check response headers for version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Weight Shift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Start: 90% v1 → 10% v3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Shift to: 75% v1 → 25% v3 (monitor for errors)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Shift to: 50% v1 → 50% v3 (if no issues)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Complete: 0% v1 → 100% v3 (full cutover)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Instant Rollback: 100% v1 → 0% v3 (if problems arise)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Weights with kubectl patch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097280"/>
          </a:xfrm>
          <a:prstGeom prst="rectangle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patch virtualservice reviews -n bookinfo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--type merge -p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'{"spec":{"http":[{"route":[{"destination":{"host":"reviews","subset":"v1"},"weight":50},{"destination":{"host":"reviews","subset":"v3"},"weight":50}]}]}}'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restart needed. Changes take effect immediately in Envoy sidecar.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097280"/>
          </a:xfrm>
          <a:prstGeom prst="rectangle">
            <a:avLst/>
          </a:prstGeom>
          <a:solidFill>
            <a:srgbClr val="ECF0F1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patch virtualservice reviews -n bookinfo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--type merge -p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'{"spec":{"http":[{"route":[{"destination":{"host":"reviews","subset":"v1"},"weight":100}]}]}}'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canary (v3) shows errors, run this command to route 100% back to stable v1. No downtime. Happens at Envoy layer.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DestinationRule: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labels to version subsets. Must exist before VirtualService uses them.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VirtualService: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traffic weights. Works ONLY with subsets from DestinationRule.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Behavior: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VirtualService, Istio round-robins evenly across all pods.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Pattern: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589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percentage to new version, monitor metrics, then gradually shift weights.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 Teaches You To: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subsets with DestinationRule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traffic splitting with weighted VirtualService routes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routing decisions at the Envoy sidecar level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weights without restarting pods or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instantly if a canary version fails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863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foundation of progressive delivery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2026-08-09T06:02:47Z</dcterms:created>
  <dcterms:modified xsi:type="dcterms:W3CDTF">2026-08-09T06:02:47Z</dcterms:modified>
</cp:coreProperties>
</file>