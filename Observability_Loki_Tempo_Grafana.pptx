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with Grafana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Traces, and Unified Correlation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  ·  Distributed Tracing  ·  Single-Pane Dashboards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 with Loki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LogQL, shipping, and visualization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98068" y="1965960"/>
            <a:ext cx="3063240" cy="2377440"/>
          </a:xfrm>
          <a:prstGeom prst="roundRect">
            <a:avLst>
              <a:gd name="adj" fmla="val 3077"/>
            </a:avLst>
          </a:prstGeom>
          <a:solidFill>
            <a:srgbClr val="EDEFF1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8068" y="1965960"/>
            <a:ext cx="3063240" cy="502920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6" name="Text 4"/>
          <p:cNvSpPr/>
          <p:nvPr/>
        </p:nvSpPr>
        <p:spPr>
          <a:xfrm>
            <a:off x="998068" y="1965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99236" y="2651760"/>
            <a:ext cx="266090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incoming log streams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&amp; rate-limits writes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streams to ingesters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horizontally scalable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6172" y="3017520"/>
            <a:ext cx="393192" cy="274320"/>
          </a:xfrm>
          <a:prstGeom prst="rightArrow">
            <a:avLst/>
          </a:prstGeom>
          <a:solidFill>
            <a:srgbClr val="44586B"/>
          </a:solidFill>
          <a:ln/>
        </p:spPr>
      </p:sp>
      <p:sp>
        <p:nvSpPr>
          <p:cNvPr id="9" name="Shape 7"/>
          <p:cNvSpPr/>
          <p:nvPr/>
        </p:nvSpPr>
        <p:spPr>
          <a:xfrm>
            <a:off x="4564228" y="1965960"/>
            <a:ext cx="3063240" cy="2377440"/>
          </a:xfrm>
          <a:prstGeom prst="roundRect">
            <a:avLst>
              <a:gd name="adj" fmla="val 3077"/>
            </a:avLst>
          </a:prstGeom>
          <a:solidFill>
            <a:srgbClr val="EDEFF1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4228" y="1965960"/>
            <a:ext cx="3063240" cy="502920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11" name="Text 9"/>
          <p:cNvSpPr/>
          <p:nvPr/>
        </p:nvSpPr>
        <p:spPr>
          <a:xfrm>
            <a:off x="4564228" y="1965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65396" y="2651760"/>
            <a:ext cx="266090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logs in memory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compressed chunks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Flushes chunks to object storage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 set of stream replicas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82332" y="3017520"/>
            <a:ext cx="393192" cy="274320"/>
          </a:xfrm>
          <a:prstGeom prst="rightArrow">
            <a:avLst/>
          </a:prstGeom>
          <a:solidFill>
            <a:srgbClr val="44586B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0388" y="1965960"/>
            <a:ext cx="3063240" cy="2377440"/>
          </a:xfrm>
          <a:prstGeom prst="roundRect">
            <a:avLst>
              <a:gd name="adj" fmla="val 3077"/>
            </a:avLst>
          </a:prstGeom>
          <a:solidFill>
            <a:srgbClr val="EDEFF1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0388" y="1965960"/>
            <a:ext cx="3063240" cy="502920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16" name="Text 14"/>
          <p:cNvSpPr/>
          <p:nvPr/>
        </p:nvSpPr>
        <p:spPr>
          <a:xfrm>
            <a:off x="8130388" y="1965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1556" y="2651760"/>
            <a:ext cx="266090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LogQL queries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recent data from ingesters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older data from storage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&amp; deduplicates results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path: client → distributor → ingester → chunk storage (object store)   |   Read path: client → querier → ingester + storage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indexes only metadata (labels), not full log text — this keeps the index small and storage cheap compared to full-text log indexing systems. Other components (query frontend, compactor, ruler, index gateway) sit around this core read/write path in a production deployment.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LogQL Query Basics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LogQL query is built in stages: select a log stream, then narrow it down.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Label filter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881360" cy="4572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8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{app="checkout", env="prod"}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log streams to search, using indexed labels. This is always the first part of a query.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Line filter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8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{app="checkout"} |= "timeout"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7939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raw log lines by text. Operators: |= contains, != not contains, |~ regex match, !~ regex exclude.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800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Parser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8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{app="checkout"} | json | duration &gt; 1s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69671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structured content (json, logfmt, pattern, regexp) into labels, then filters or formats on those fields.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queries aggregate log data over time, e.g. rate({app="checkout"} |= "error" [5m]) — usable directly in Grafana panels and alerts.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Logs to Loki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Promtail and Grafana Alloy are agents that discover, tail, and forward logs to Loki.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0888" y="20116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EDEFF1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0888" y="20116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sources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(files, containers, journald)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47008" y="2418588"/>
            <a:ext cx="502920" cy="237744"/>
          </a:xfrm>
          <a:prstGeom prst="rightArrow">
            <a:avLst/>
          </a:prstGeom>
          <a:solidFill>
            <a:srgbClr val="44586B"/>
          </a:solidFill>
          <a:ln/>
        </p:spPr>
      </p:sp>
      <p:sp>
        <p:nvSpPr>
          <p:cNvPr id="8" name="Shape 6"/>
          <p:cNvSpPr/>
          <p:nvPr/>
        </p:nvSpPr>
        <p:spPr>
          <a:xfrm>
            <a:off x="4495648" y="20116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1F6F78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5648" y="20116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(Promtail / Alloy)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41768" y="2418588"/>
            <a:ext cx="502920" cy="237744"/>
          </a:xfrm>
          <a:prstGeom prst="rightArrow">
            <a:avLst/>
          </a:prstGeom>
          <a:solidFill>
            <a:srgbClr val="44586B"/>
          </a:solidFill>
          <a:ln/>
        </p:spPr>
      </p:sp>
      <p:sp>
        <p:nvSpPr>
          <p:cNvPr id="11" name="Shape 9"/>
          <p:cNvSpPr/>
          <p:nvPr/>
        </p:nvSpPr>
        <p:spPr>
          <a:xfrm>
            <a:off x="8290408" y="20116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EDEFF1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0408" y="20116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(distributor)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 (both agents follow the same model):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4048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686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6F78"/>
                          </a:solidFill>
                        </a:rPr>
                        <a:t>Discover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252"/>
                          </a:solidFill>
                        </a:rPr>
                        <a:t>Find targets via file globs, Kubernetes API, Docker, journald, or static config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6F78"/>
                          </a:solidFill>
                        </a:rPr>
                        <a:t>Scrape / Tail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252"/>
                          </a:solidFill>
                        </a:rPr>
                        <a:t>Follow files or container streams, tracking read position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6F78"/>
                          </a:solidFill>
                        </a:rPr>
                        <a:t>Transform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252"/>
                          </a:solidFill>
                        </a:rPr>
                        <a:t>Attach and relabel labels, parse and structure lines, drop or sample noisy logs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6F78"/>
                          </a:solidFill>
                        </a:rPr>
                        <a:t>Push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252"/>
                          </a:solidFill>
                        </a:rPr>
                        <a:t>Batch and send log entries to Loki's distributor over HTTP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Promtail is the original, config-driven agent, now in maintenance mode. Grafana Alloy is its successor — a unified, programmable collector (OpenTelemetry-compatible) recommended for new deployments.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Panels and Exploring Logs in Grafana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Explore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log investigation with the Loki data source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 stream view with syntax-highlighted lines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and value pickers build the query for you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view compares two queries or time ranges side by side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line to see extracted fields and jump to a trace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0" cy="4480560"/>
          </a:xfrm>
          <a:prstGeom prst="line">
            <a:avLst/>
          </a:prstGeom>
          <a:noFill/>
          <a:ln w="12700">
            <a:solidFill>
              <a:srgbClr val="D7DB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Log Panels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18745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panel: scrollable, filterable list of raw log lines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panel: log volume via LogQL metric queries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panel: parsed fields shown as structured columns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variables filter panels by label (app, env, pod)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links jump to Explore or to related trace panels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5778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EDEFF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687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label filters cheap and selective, push text filtering into line and parser stages, and set sensible time ranges — broad, unfiltered queries over long windows are the most common cause of slow log panels.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with Grafana Tempo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ingestion, search, and TraceQL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Architecture and Trace Storage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2348" y="1691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DEFF1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348" y="1691640"/>
            <a:ext cx="2331720" cy="457200"/>
          </a:xfrm>
          <a:prstGeom prst="rect">
            <a:avLst/>
          </a:prstGeom>
          <a:solidFill>
            <a:srgbClr val="B5762A"/>
          </a:solidFill>
          <a:ln/>
        </p:spPr>
      </p:sp>
      <p:sp>
        <p:nvSpPr>
          <p:cNvPr id="6" name="Text 4"/>
          <p:cNvSpPr/>
          <p:nvPr/>
        </p:nvSpPr>
        <p:spPr>
          <a:xfrm>
            <a:off x="952348" y="1691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89508" y="22402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spans, hashes by trace 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20644" y="2276856"/>
            <a:ext cx="246888" cy="201168"/>
          </a:xfrm>
          <a:prstGeom prst="rightArrow">
            <a:avLst/>
          </a:prstGeom>
          <a:solidFill>
            <a:srgbClr val="44586B"/>
          </a:solidFill>
          <a:ln/>
        </p:spPr>
      </p:sp>
      <p:sp>
        <p:nvSpPr>
          <p:cNvPr id="9" name="Shape 7"/>
          <p:cNvSpPr/>
          <p:nvPr/>
        </p:nvSpPr>
        <p:spPr>
          <a:xfrm>
            <a:off x="3604108" y="1691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DEFF1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4108" y="1691640"/>
            <a:ext cx="2331720" cy="457200"/>
          </a:xfrm>
          <a:prstGeom prst="rect">
            <a:avLst/>
          </a:prstGeom>
          <a:solidFill>
            <a:srgbClr val="B5762A"/>
          </a:solidFill>
          <a:ln/>
        </p:spPr>
      </p:sp>
      <p:sp>
        <p:nvSpPr>
          <p:cNvPr id="11" name="Text 9"/>
          <p:cNvSpPr/>
          <p:nvPr/>
        </p:nvSpPr>
        <p:spPr>
          <a:xfrm>
            <a:off x="3604108" y="1691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41268" y="22402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spans into blocks in memory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72404" y="2276856"/>
            <a:ext cx="246888" cy="201168"/>
          </a:xfrm>
          <a:prstGeom prst="rightArrow">
            <a:avLst/>
          </a:prstGeom>
          <a:solidFill>
            <a:srgbClr val="44586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55868" y="1691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DEFF1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5868" y="1691640"/>
            <a:ext cx="2331720" cy="457200"/>
          </a:xfrm>
          <a:prstGeom prst="rect">
            <a:avLst/>
          </a:prstGeom>
          <a:solidFill>
            <a:srgbClr val="B5762A"/>
          </a:solidFill>
          <a:ln/>
        </p:spPr>
      </p:sp>
      <p:sp>
        <p:nvSpPr>
          <p:cNvPr id="16" name="Text 14"/>
          <p:cNvSpPr/>
          <p:nvPr/>
        </p:nvSpPr>
        <p:spPr>
          <a:xfrm>
            <a:off x="6255868" y="1691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Compactor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93028" y="22402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blocks, applies retention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24164" y="2276856"/>
            <a:ext cx="246888" cy="201168"/>
          </a:xfrm>
          <a:prstGeom prst="rightArrow">
            <a:avLst/>
          </a:prstGeom>
          <a:solidFill>
            <a:srgbClr val="44586B"/>
          </a:solidFill>
          <a:ln/>
        </p:spPr>
      </p:sp>
      <p:sp>
        <p:nvSpPr>
          <p:cNvPr id="19" name="Shape 17"/>
          <p:cNvSpPr/>
          <p:nvPr/>
        </p:nvSpPr>
        <p:spPr>
          <a:xfrm>
            <a:off x="8907628" y="1691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DEFF1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07628" y="1691640"/>
            <a:ext cx="2331720" cy="457200"/>
          </a:xfrm>
          <a:prstGeom prst="rect">
            <a:avLst/>
          </a:prstGeom>
          <a:solidFill>
            <a:srgbClr val="B5762A"/>
          </a:solidFill>
          <a:ln/>
        </p:spPr>
      </p:sp>
      <p:sp>
        <p:nvSpPr>
          <p:cNvPr id="21" name="Text 19"/>
          <p:cNvSpPr/>
          <p:nvPr/>
        </p:nvSpPr>
        <p:spPr>
          <a:xfrm>
            <a:off x="8907628" y="1691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044788" y="22402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 trace by ID from storage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383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model: trace-ID-indexed blocks in object storage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379476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does not build a full secondary index over span content — it stores traces as compressed blocks keyed by trace ID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storage cost low and lets Tempo scale to very high trace volumes cheaply, using the same object store as Loki (S3, GCS, Azure Blob, or local disk)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trace without knowing its ID relies on the TraceQL query engine, exemplars from metrics, or trace-derived metrics (span metrics / service graph), rather than a traditional inverted index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Traces to Tempo (OTLP Ingestion)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collectors send spans to Tempo using the OpenTelemetry Protocol (OTLP).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0888" y="196596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EDEFF1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0888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Instrumented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(OpenTelemetry SDK)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47008" y="2350008"/>
            <a:ext cx="502920" cy="237744"/>
          </a:xfrm>
          <a:prstGeom prst="rightArrow">
            <a:avLst/>
          </a:prstGeom>
          <a:solidFill>
            <a:srgbClr val="44586B"/>
          </a:solidFill>
          <a:ln/>
        </p:spPr>
      </p:sp>
      <p:sp>
        <p:nvSpPr>
          <p:cNvPr id="8" name="Shape 6"/>
          <p:cNvSpPr/>
          <p:nvPr/>
        </p:nvSpPr>
        <p:spPr>
          <a:xfrm>
            <a:off x="4495648" y="196596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EDEFF1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5648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(optional, recommended)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41768" y="2350008"/>
            <a:ext cx="502920" cy="237744"/>
          </a:xfrm>
          <a:prstGeom prst="rightArrow">
            <a:avLst/>
          </a:prstGeom>
          <a:solidFill>
            <a:srgbClr val="44586B"/>
          </a:solidFill>
          <a:ln/>
        </p:spPr>
      </p:sp>
      <p:sp>
        <p:nvSpPr>
          <p:cNvPr id="11" name="Shape 9"/>
          <p:cNvSpPr/>
          <p:nvPr/>
        </p:nvSpPr>
        <p:spPr>
          <a:xfrm>
            <a:off x="8290408" y="196596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B5762A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0408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(OTLP receiver)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basics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over gRPC (port 4317) or HTTP (port 4318)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carry trace ID, span ID, parent span ID, timing, and attributes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also accepts Jaeger, Zipkin, and Kafka as ingestion paths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3429000"/>
            <a:ext cx="0" cy="2194560"/>
          </a:xfrm>
          <a:prstGeom prst="line">
            <a:avLst/>
          </a:prstGeom>
          <a:noFill/>
          <a:ln w="12700">
            <a:solidFill>
              <a:srgbClr val="D7DB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3375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route through a Collector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37033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and retries, decoupling apps from Tempo availability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sample, filter, and enrich spans with resource attributes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out the same telemetry to multiple backends if needed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Search and the Service Graph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Search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traces by service, span name, duration, status, or attribute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recent in-memory data plus indexed block search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link straight into the full trace waterfall 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Exemplars in Prometheus/Mimir panels jump directly to a trace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1508760"/>
            <a:ext cx="0" cy="2651760"/>
          </a:xfrm>
          <a:prstGeom prst="line">
            <a:avLst/>
          </a:prstGeom>
          <a:noFill/>
          <a:ln w="12700">
            <a:solidFill>
              <a:srgbClr val="D7DB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417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Graph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5080" y="182880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map of services and their call relationships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span metrics Tempo derives from ingested traces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show request rate, error rate, and latency between services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node or edge to filter traces for that relationship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297680"/>
            <a:ext cx="1463040" cy="640080"/>
          </a:xfrm>
          <a:prstGeom prst="ellipse">
            <a:avLst/>
          </a:prstGeom>
          <a:solidFill>
            <a:srgbClr val="EDEFF1"/>
          </a:solidFill>
          <a:ln w="19050">
            <a:solidFill>
              <a:srgbClr val="B576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97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4297680"/>
            <a:ext cx="1463040" cy="640080"/>
          </a:xfrm>
          <a:prstGeom prst="ellipse">
            <a:avLst/>
          </a:prstGeom>
          <a:solidFill>
            <a:srgbClr val="EDEFF1"/>
          </a:solidFill>
          <a:ln w="19050">
            <a:solidFill>
              <a:srgbClr val="B576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4297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4297680"/>
            <a:ext cx="1463040" cy="640080"/>
          </a:xfrm>
          <a:prstGeom prst="ellipse">
            <a:avLst/>
          </a:prstGeom>
          <a:solidFill>
            <a:srgbClr val="EDEFF1"/>
          </a:solidFill>
          <a:ln w="19050">
            <a:solidFill>
              <a:srgbClr val="B576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4297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31920" y="5257800"/>
            <a:ext cx="1463040" cy="640080"/>
          </a:xfrm>
          <a:prstGeom prst="ellipse">
            <a:avLst/>
          </a:prstGeom>
          <a:solidFill>
            <a:srgbClr val="EDEFF1"/>
          </a:solidFill>
          <a:ln w="19050">
            <a:solidFill>
              <a:srgbClr val="B57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5257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31720" y="4498848"/>
            <a:ext cx="1554480" cy="237744"/>
          </a:xfrm>
          <a:prstGeom prst="rightArrow">
            <a:avLst/>
          </a:prstGeom>
          <a:solidFill>
            <a:srgbClr val="44586B"/>
          </a:solidFill>
          <a:ln/>
        </p:spPr>
      </p:sp>
      <p:sp>
        <p:nvSpPr>
          <p:cNvPr id="18" name="Shape 16"/>
          <p:cNvSpPr/>
          <p:nvPr/>
        </p:nvSpPr>
        <p:spPr>
          <a:xfrm>
            <a:off x="5440680" y="4498848"/>
            <a:ext cx="1554480" cy="237744"/>
          </a:xfrm>
          <a:prstGeom prst="rightArrow">
            <a:avLst/>
          </a:prstGeom>
          <a:solidFill>
            <a:srgbClr val="44586B"/>
          </a:solidFill>
          <a:ln/>
        </p:spPr>
      </p:sp>
      <p:sp>
        <p:nvSpPr>
          <p:cNvPr id="19" name="Shape 17"/>
          <p:cNvSpPr/>
          <p:nvPr/>
        </p:nvSpPr>
        <p:spPr>
          <a:xfrm>
            <a:off x="4553712" y="4956048"/>
            <a:ext cx="237744" cy="320040"/>
          </a:xfrm>
          <a:prstGeom prst="downArrow">
            <a:avLst/>
          </a:prstGeom>
          <a:solidFill>
            <a:srgbClr val="44586B"/>
          </a:solidFill>
          <a:ln/>
        </p:spPr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TraceQL Query Basics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TraceQL selects spans by matching attributes, then can combine matches across a trace.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attribute match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10881360" cy="384048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1284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span.http.status_code = 500 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individual spans by resource or span-level attributes (service.name, http.method, duration, status).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035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operators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10881360" cy="384048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28416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span.http.status_code = 500 } &amp;&amp; { name = "checkout" 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/ || combine conditions across spans within the same trace, not just within one span.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151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relationships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443984"/>
            <a:ext cx="10881360" cy="384048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4398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name = "gateway" } &gt; { name = "payments" 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86460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selects a parent/child span relationship; &gt;&gt; selects any descendant, letting you query call structure directly.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52669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filters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559552"/>
            <a:ext cx="10881360" cy="384048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55955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 | count() &gt; 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980176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aggregates like count(), avg(duration), or max(duration) to filter traces by shape, not just content.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Correlation in Grafana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logs, metrics, and traces into one workflow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Logs, Metrics, and Traces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6608" y="182880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1F6F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6608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6608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/ Mimir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32808" y="182880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B57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2808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32808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19008" y="182880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6B4C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19008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19008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72688" y="2514600"/>
            <a:ext cx="960120" cy="0"/>
          </a:xfrm>
          <a:prstGeom prst="line">
            <a:avLst/>
          </a:prstGeom>
          <a:noFill/>
          <a:ln w="25400">
            <a:solidFill>
              <a:srgbClr val="D7DBD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558888" y="2514600"/>
            <a:ext cx="960120" cy="0"/>
          </a:xfrm>
          <a:prstGeom prst="line">
            <a:avLst/>
          </a:prstGeom>
          <a:noFill/>
          <a:ln w="25400">
            <a:solidFill>
              <a:srgbClr val="D7DBDE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672688" y="21305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58888" y="21305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fields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connective tissue is shared context, not a single storage system: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3192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046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4C7A"/>
                          </a:solidFill>
                        </a:rPr>
                        <a:t>trace_id in log lines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252"/>
                          </a:solidFill>
                        </a:rPr>
                        <a:t>Loki derived fields turn a logged trace_id into a link straight into Tempo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4C7A"/>
                          </a:solidFill>
                        </a:rPr>
                        <a:t>Exemplars on metrics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252"/>
                          </a:solidFill>
                        </a:rPr>
                        <a:t>A Prometheus histogram sample can carry the trace_id that produced 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4C7A"/>
                          </a:solidFill>
                        </a:rPr>
                        <a:t>Consistent labels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252"/>
                          </a:solidFill>
                        </a:rPr>
                        <a:t>Shared labels (service, namespace, pod) let panels filter all three signals together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4C7A"/>
                          </a:solidFill>
                        </a:rPr>
                        <a:t>Span-to-log correlation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252"/>
                          </a:solidFill>
                        </a:rPr>
                        <a:t>Tempo trace views can query Loki for logs within a span's time window and service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Exemplars and Trace ↔ Log Navigation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sampled data point attached to a metric, carrying a trace_id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as small marks on top of a Prometheus histogram or graph panel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one opens the exact trace behind that latency or error spike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the app or SDK to record exemplars during metric collection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1508760"/>
            <a:ext cx="0" cy="2743200"/>
          </a:xfrm>
          <a:prstGeom prst="line">
            <a:avLst/>
          </a:prstGeom>
          <a:noFill/>
          <a:ln w="12700">
            <a:solidFill>
              <a:srgbClr val="D7DB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417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Trace-to-Logs / Logs-to-Trace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5080" y="182880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once on the Tempo and Loki data sources in Grafana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Trace-to-logs: from a span, query Loki using its service, time range, and tags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Logs-to-trace: from a log line's trace_id field, jump into the Tempo trace 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'a request was slow' into 'here is the exact span, and here are its logs'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523848" y="47091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DEFF1"/>
          </a:solidFill>
          <a:ln w="15875">
            <a:solidFill>
              <a:srgbClr val="6B4C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23848" y="47091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spike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(exemplar)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2768" y="4988052"/>
            <a:ext cx="365760" cy="219456"/>
          </a:xfrm>
          <a:prstGeom prst="rightArrow">
            <a:avLst/>
          </a:prstGeom>
          <a:solidFill>
            <a:srgbClr val="6B4C7A"/>
          </a:solidFill>
          <a:ln/>
        </p:spPr>
      </p:sp>
      <p:sp>
        <p:nvSpPr>
          <p:cNvPr id="12" name="Shape 10"/>
          <p:cNvSpPr/>
          <p:nvPr/>
        </p:nvSpPr>
        <p:spPr>
          <a:xfrm>
            <a:off x="4724248" y="47091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DEFF1"/>
          </a:solidFill>
          <a:ln w="15875">
            <a:solidFill>
              <a:srgbClr val="6B4C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4248" y="47091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(span detail)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13168" y="4988052"/>
            <a:ext cx="365760" cy="219456"/>
          </a:xfrm>
          <a:prstGeom prst="rightArrow">
            <a:avLst/>
          </a:prstGeom>
          <a:solidFill>
            <a:srgbClr val="6B4C7A"/>
          </a:solidFill>
          <a:ln/>
        </p:spPr>
      </p:sp>
      <p:sp>
        <p:nvSpPr>
          <p:cNvPr id="15" name="Shape 13"/>
          <p:cNvSpPr/>
          <p:nvPr/>
        </p:nvSpPr>
        <p:spPr>
          <a:xfrm>
            <a:off x="7924648" y="47091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DEFF1"/>
          </a:solidFill>
          <a:ln w="15875">
            <a:solidFill>
              <a:srgbClr val="6B4C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24648" y="47091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(matching service &amp; time)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Single-Pane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dashboard mixes panel types from all three data sources, tied together by shared variables.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3383280"/>
          </a:xfrm>
          <a:prstGeom prst="roundRect">
            <a:avLst>
              <a:gd name="adj" fmla="val 1351"/>
            </a:avLst>
          </a:prstGeom>
          <a:solidFill>
            <a:srgbClr val="EDEFF1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= checkout      env = prod      time range = last 1h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33832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rate &amp; errors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286000"/>
            <a:ext cx="33832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(p50/p95/p99)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exemplars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286000"/>
            <a:ext cx="33832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576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graph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52578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576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7490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traces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657600"/>
            <a:ext cx="50749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C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7490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logs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service &amp; window)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variables (service, env, namespace) filter every panel — metrics, traces, and logs — in sync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and data-link configuration carries the correlation set up on data sources into every dashboard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metric anomaly, drop into the exemplar's trace, then into that trace's correlated logs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2026-08-09T09:30:07Z</dcterms:created>
  <dcterms:modified xsi:type="dcterms:W3CDTF">2026-08-09T09:30:07Z</dcterms:modified>
</cp:coreProperties>
</file>